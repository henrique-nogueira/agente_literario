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uY74bHHNu6Oh5SSCimU8qIxEv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illSans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d001b878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d001b878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ad001b878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001b878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d001b878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d001b8780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4" name="Google Shape;24;p9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1" name="Google Shape;31;p10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8" name="Google Shape;38;p11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46" name="Google Shape;46;p1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3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3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62" name="Google Shape;62;p14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74" name="Google Shape;74;p16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7" name="Google Shape;77;p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7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92" name="Google Shape;92;p18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99" name="Google Shape;99;p19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7" name="Google Shape;17;p8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7172326" y="1673524"/>
            <a:ext cx="3702710" cy="17554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pt-BR" sz="4000"/>
              <a:t>AGENTE</a:t>
            </a:r>
            <a:br>
              <a:rPr lang="pt-BR" sz="4000"/>
            </a:br>
            <a:r>
              <a:rPr lang="pt-BR" sz="4000"/>
              <a:t>LITERÁRIO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7172325" y="3667125"/>
            <a:ext cx="4229100" cy="28194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 sz="1700"/>
              <a:t>CLEITON ANDRADE,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1700"/>
              <a:t>HENRIQUE NOGUEIRA,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1700"/>
              <a:t>GEOVANI LIMA,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1700"/>
              <a:t>ADRIANA ROCHA SOUSA,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1700"/>
              <a:t>NAYARA LETYCIA LIMA,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1700"/>
              <a:t>LUCCA P BORDIN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1800"/>
              <a:t> </a:t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76728" y="23005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6900493" y="609600"/>
            <a:ext cx="4538124" cy="970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pt-BR" sz="4000"/>
              <a:t>PROPOSTA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6900493" y="2219325"/>
            <a:ext cx="4403596" cy="4146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Sistema de recomendação personalizado para gerenciamento de leitura, recomendações e compra de livros. 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Desenvolver um assistente inteligente integrado com LLMs que considere gostos e interesses do usuário para efetuar recomendações personalizadas, elaborar planos de leitura e adquirir obras.</a:t>
            </a:r>
            <a:br>
              <a:rPr lang="pt-BR" sz="2400"/>
            </a:br>
            <a:endParaRPr sz="2400"/>
          </a:p>
        </p:txBody>
      </p:sp>
      <p:pic>
        <p:nvPicPr>
          <p:cNvPr descr="10 livros de literatura brasileira que todo vestibulando deveria ler - Blog  daFaculdade FARO" id="115" name="Google Shape;11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87088" y="682582"/>
            <a:ext cx="8834199" cy="5683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PROJETO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Programar um agente utilizando Node JS e Next JS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Focado e limitado a falar sobre literatura e planos de leitura.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API: Google Books e Groq,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Modelo: Llama 3.1 8B Instant</a:t>
            </a:r>
            <a:br>
              <a:rPr lang="pt-BR"/>
            </a:br>
            <a:br>
              <a:rPr lang="pt-BR"/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01b8780_1_0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Impacto da IA na Experiência do Usuário</a:t>
            </a:r>
            <a:endParaRPr/>
          </a:p>
        </p:txBody>
      </p:sp>
      <p:sp>
        <p:nvSpPr>
          <p:cNvPr id="128" name="Google Shape;128;g3ad001b8780_1_0"/>
          <p:cNvSpPr txBox="1"/>
          <p:nvPr>
            <p:ph idx="1" type="body"/>
          </p:nvPr>
        </p:nvSpPr>
        <p:spPr>
          <a:xfrm>
            <a:off x="1451575" y="2015725"/>
            <a:ext cx="9603300" cy="44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1. Compreensão de linguagem natural: O sistema consegue interpretar consultas em linguagem natural sem necessidade de sintaxe específica;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2. Inferência de contexto: Consultas ambíguas são interpretadas e confirmadas, reduzindo erros de busca;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3. Geração de conteúdo: Explicações personalizadas aumentam o engajamento e a confiança do usuário nas recomendações.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4. A utilização do modelo Llama 3.1 para extração de termos demonstrou capacidade de interpretar consultas complexas e extrair termos relevantes.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1451579" y="1209675"/>
            <a:ext cx="9603275" cy="644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CÓDIGO FONTE</a:t>
            </a:r>
            <a:endParaRPr/>
          </a:p>
        </p:txBody>
      </p:sp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863" y="2014681"/>
            <a:ext cx="6026583" cy="3457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d001b8780_0_7"/>
          <p:cNvSpPr txBox="1"/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Tecnologias usadas</a:t>
            </a:r>
            <a:endParaRPr/>
          </a:p>
        </p:txBody>
      </p:sp>
      <p:sp>
        <p:nvSpPr>
          <p:cNvPr id="142" name="Google Shape;142;g3ad001b8780_0_7"/>
          <p:cNvSpPr txBox="1"/>
          <p:nvPr>
            <p:ph idx="1" type="body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pt-BR"/>
              <a:t>- Next.js 14+: Framework React para desenvolvimento full-stack;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pt-BR"/>
              <a:t>- React Context API: Gerenciamento de estado global da aplicação;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pt-BR"/>
              <a:t>- Groq API (Llama 3.1 8B Instant)**: Modelo de linguagem para processamento de mensagens, extração de termos, inferência de contexto e geração de explicações;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pt-BR"/>
              <a:t>- Google Books API: Fonte de dados bibliográficos e metadados de livros;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pt-BR"/>
              <a:t>- TypeScript: Tipagem estática para maior robustez do código;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pt-BR"/>
              <a:t>- Shadcn UI: Componentes de interface reutilizáveis.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1451579" y="1190625"/>
            <a:ext cx="9603275" cy="663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DEMONSTRAÇÃO</a:t>
            </a:r>
            <a:endParaRPr/>
          </a:p>
        </p:txBody>
      </p:sp>
      <p:pic>
        <p:nvPicPr>
          <p:cNvPr id="148" name="Google Shape;148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397" y="1932997"/>
            <a:ext cx="3263981" cy="344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0622" y="1912793"/>
            <a:ext cx="3308639" cy="347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1667" y="1875991"/>
            <a:ext cx="3588004" cy="3513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1451579" y="1257300"/>
            <a:ext cx="9603275" cy="596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/>
              <a:t>O agente foi capaz de fornecer boas explicações e guias detalhados de leitura, baseado em interesses e também especificações.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/>
              <a:t>Caráter gerencial: permite compras a partir da aplicação com redirecionamento para o Google Play, oferece descrições dos livros, classifica as leituras por nível de complexidade de leitura, oferece a opção de ritmo de leitura, de múltiplos perfis distintos,  marcador de avanço de leitura entre outras funcionalidades.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/>
              <a:t>Existem vários usos úteis para guias de leitura assim, desde a procura acadêmica por conteúdos mais específicos ou até mesmo guias de estudo para propósitos mais específicos.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 </a:t>
            </a:r>
            <a:br>
              <a:rPr lang="pt-BR"/>
            </a:br>
            <a:endParaRPr/>
          </a:p>
        </p:txBody>
      </p:sp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1451579" y="2944368"/>
            <a:ext cx="9603275" cy="2521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t-BR"/>
              <a:t>Obrigado ☺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eria">
  <a:themeElements>
    <a:clrScheme name="Gale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2025-11-30T20:28:39Z</dcterms:created>
  <dc:creator>Lucca Bordin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